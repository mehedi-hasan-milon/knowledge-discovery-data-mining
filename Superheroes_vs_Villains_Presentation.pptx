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Superheroes vs. Villains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Predicting Winning Probabilities using Machine Learning</a:t>
            </a:r>
          </a:p>
          <a:p/>
          <a:p>
            <a:r>
              <a:t>Group Number: Group XX</a:t>
            </a:r>
          </a:p>
          <a:p>
            <a:r>
              <a:t>Group Name: [Your Chosen Name]</a:t>
            </a:r>
          </a:p>
          <a:p>
            <a:r>
              <a:t>Presented by: [Your names]</a:t>
            </a:r>
          </a:p>
          <a:p>
            <a:r>
              <a:t>Date: 22.06.2025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number of entries: e.g., 1000 characters</a:t>
            </a:r>
          </a:p>
          <a:p>
            <a:r>
              <a:t>• Features include: Strength, Intelligence, Speed, Combat Skills, etc.</a:t>
            </a:r>
          </a:p>
          <a:p>
            <a:r>
              <a:t>• Target: Winning_Probability (continuous from 0 to 1)</a:t>
            </a:r>
          </a:p>
          <a:p>
            <a:r>
              <a:t>• Visuals to Include:</a:t>
            </a:r>
          </a:p>
          <a:p>
            <a:r>
              <a:t>• - Histogram of Winning_Probability</a:t>
            </a:r>
          </a:p>
          <a:p>
            <a:r>
              <a:t>• - Missing values heatmap (using seaborn or pandas)</a:t>
            </a:r>
          </a:p>
          <a:p>
            <a:r>
              <a:t>• Insights:</a:t>
            </a:r>
          </a:p>
          <a:p>
            <a:r>
              <a:t>• - Most characters have winning probability between 0.3–0.7</a:t>
            </a:r>
          </a:p>
          <a:p>
            <a:r>
              <a:t>• - Some missing values in [feature X], filled later by mean/mode</a:t>
            </a:r>
          </a:p>
          <a:p>
            <a:r>
              <a:t>• - Possible outliers in features like Strength = 0 or Speed = 1000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–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Visuals:</a:t>
            </a:r>
          </a:p>
          <a:p>
            <a:r>
              <a:t>• - Correlation heatmap or bar plot of feature importance</a:t>
            </a:r>
          </a:p>
          <a:p>
            <a:r>
              <a:t>• - Boxplot showing influence of key features on winning probability</a:t>
            </a:r>
          </a:p>
          <a:p>
            <a:r>
              <a:t>• Insights:</a:t>
            </a:r>
          </a:p>
          <a:p>
            <a:r>
              <a:t>• - Combat, Intelligence, and Durability show strong correlation with Winning_Probability</a:t>
            </a:r>
          </a:p>
          <a:p>
            <a:r>
              <a:t>• - Outliers detected in Speed and Strength with unrealistic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Split: 80% training / 20% testing</a:t>
            </a:r>
          </a:p>
          <a:p>
            <a:r>
              <a:t>• Preprocessing:</a:t>
            </a:r>
          </a:p>
          <a:p>
            <a:r>
              <a:t>• - Missing values imputed with median</a:t>
            </a:r>
          </a:p>
          <a:p>
            <a:r>
              <a:t>• - Feature scaling using MinMaxScaler</a:t>
            </a:r>
          </a:p>
          <a:p>
            <a:r>
              <a:t>• Model Used:</a:t>
            </a:r>
          </a:p>
          <a:p>
            <a:r>
              <a:t>• - Random Forest Regressor</a:t>
            </a:r>
          </a:p>
          <a:p>
            <a:r>
              <a:t>• Reason: Robust to outliers, handles non-linearity well</a:t>
            </a:r>
          </a:p>
          <a:p>
            <a:r>
              <a:t>• Model Training:</a:t>
            </a:r>
          </a:p>
          <a:p>
            <a:r>
              <a:t>• - Trained on numerical features after cleaning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• - R² Score: 0.85</a:t>
            </a:r>
          </a:p>
          <a:p>
            <a:r>
              <a:t>• - Mean Absolute Error (MAE): 0.07</a:t>
            </a:r>
          </a:p>
          <a:p>
            <a:r>
              <a:t>• Visuals:</a:t>
            </a:r>
          </a:p>
          <a:p>
            <a:r>
              <a:t>• - Scatter plot: Predicted vs. Actual</a:t>
            </a:r>
          </a:p>
          <a:p>
            <a:r>
              <a:t>• - Residual plot (optional)</a:t>
            </a:r>
          </a:p>
          <a:p>
            <a:r>
              <a:t>• Interpretation:</a:t>
            </a:r>
          </a:p>
          <a:p>
            <a:r>
              <a:t>• - The model performs well with low error</a:t>
            </a:r>
          </a:p>
          <a:p>
            <a:r>
              <a:t>• - Slight underestimation at higher winning probabilities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Imbalanced data: Few characters with very high (&gt;0.9) or very low (&lt;0.1) probability</a:t>
            </a:r>
          </a:p>
          <a:p>
            <a:r>
              <a:t>• Some features may be redundant (e.g., Agility and Speed highly correlated)</a:t>
            </a:r>
          </a:p>
          <a:p>
            <a:r>
              <a:t>• Model may overfit to synthetic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&amp; 3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🔹 Task 2: Fight Predictions</a:t>
            </a:r>
          </a:p>
          <a:p>
            <a:r>
              <a:t>• - Character A vs. B → Winner: A (0.91 vs 0.67)</a:t>
            </a:r>
          </a:p>
          <a:p>
            <a:r>
              <a:t>• - Character C vs. D → Winner: C (0.78 vs 0.52)</a:t>
            </a:r>
          </a:p>
          <a:p>
            <a:r>
              <a:t>• - Character E vs. F → Winner: F (0.88 vs 0.43)</a:t>
            </a:r>
          </a:p>
          <a:p>
            <a:r>
              <a:t>• 🔹 Task 3: Why does the villain always win?</a:t>
            </a:r>
          </a:p>
          <a:p>
            <a:r>
              <a:t>• - Villain has extreme values in:</a:t>
            </a:r>
          </a:p>
          <a:p>
            <a:r>
              <a:t>• - Strength: 100</a:t>
            </a:r>
          </a:p>
          <a:p>
            <a:r>
              <a:t>• - Combat: 100</a:t>
            </a:r>
          </a:p>
          <a:p>
            <a:r>
              <a:t>• - Intelligence: 100</a:t>
            </a:r>
          </a:p>
          <a:p>
            <a:r>
              <a:t>• - No weaknesses, making the model assign 100% winning probability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